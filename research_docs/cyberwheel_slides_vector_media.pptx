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wmf" ContentType="image/x-wmf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media/image1.emf" ContentType="image/x-emf"/>
  <ns0:Override PartName="/ppt/media/image2.emf" ContentType="image/x-emf"/>
  <ns0:Override PartName="/ppt/media/image3.emf" ContentType="image/x-emf"/>
  <ns0:Override PartName="/ppt/media/image4.emf" ContentType="image/x-emf"/>
  <ns0:Override PartName="/ppt/media/image5.emf" ContentType="image/x-emf"/>
  <ns0:Override PartName="/ppt/media/image6.emf" ContentType="image/x-emf"/>
  <ns0:Override PartName="/ppt/media/image7.emf" ContentType="image/x-emf"/>
  <ns0:Override PartName="/ppt/media/image8.emf" ContentType="image/x-emf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/ns0:Relationships>
</file>

<file path=ppt/slideLayouts/_rels/slideLayout1.xml.rels>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slideLayout" Target="../slideLayouts/slideLayout2.xml" /><ns0:Relationship Id="rId3" Type="http://schemas.openxmlformats.org/officeDocument/2006/relationships/slideLayout" Target="../slideLayouts/slideLayout3.xml" /><ns0:Relationship Id="rId4" Type="http://schemas.openxmlformats.org/officeDocument/2006/relationships/slideLayout" Target="../slideLayouts/slideLayout4.xml" /><ns0:Relationship Id="rId5" Type="http://schemas.openxmlformats.org/officeDocument/2006/relationships/slideLayout" Target="../slideLayouts/slideLayout5.xml" /><ns0:Relationship Id="rId6" Type="http://schemas.openxmlformats.org/officeDocument/2006/relationships/slideLayout" Target="../slideLayouts/slideLayout6.xml" /><ns0:Relationship Id="rId7" Type="http://schemas.openxmlformats.org/officeDocument/2006/relationships/slideLayout" Target="../slideLayouts/slideLayout7.xml" /><ns0:Relationship Id="rId8" Type="http://schemas.openxmlformats.org/officeDocument/2006/relationships/slideLayout" Target="../slideLayouts/slideLayout8.xml" /><ns0:Relationship Id="rId9" Type="http://schemas.openxmlformats.org/officeDocument/2006/relationships/slideLayout" Target="../slideLayouts/slideLayout9.xml" /><ns0:Relationship Id="rId10" Type="http://schemas.openxmlformats.org/officeDocument/2006/relationships/slideLayout" Target="../slideLayouts/slideLayout10.xml" /><ns0:Relationship Id="rId11" Type="http://schemas.openxmlformats.org/officeDocument/2006/relationships/slideLayout" Target="../slideLayouts/slideLayout11.xml" /><ns0:Relationship Id="rId1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ns0:Relationships xmlns:ns0="http://schemas.openxmlformats.org/package/2006/relationships"><ns0:Relationship Id="rId1" Type="http://schemas.openxmlformats.org/officeDocument/2006/relationships/slideLayout" Target="../slideLayouts/slideLayout6.xml" /><ns0:Relationship Id="rId2" Type="http://schemas.openxmlformats.org/officeDocument/2006/relationships/image" Target="../media/image1.wmf" /></ns0:Relationships>
</file>

<file path=ppt/slides/_rels/slide2.xml.rels><ns0:Relationships xmlns:ns0="http://schemas.openxmlformats.org/package/2006/relationships"><ns0:Relationship Id="rId1" Type="http://schemas.openxmlformats.org/officeDocument/2006/relationships/slideLayout" Target="../slideLayouts/slideLayout6.xml" /><ns0:Relationship Id="rId2" Type="http://schemas.openxmlformats.org/officeDocument/2006/relationships/image" Target="../media/image2.wmf" /></ns0:Relationships>
</file>

<file path=ppt/slides/_rels/slide3.xml.rels><ns0:Relationships xmlns:ns0="http://schemas.openxmlformats.org/package/2006/relationships"><ns0:Relationship Id="rId1" Type="http://schemas.openxmlformats.org/officeDocument/2006/relationships/slideLayout" Target="../slideLayouts/slideLayout6.xml" /><ns0:Relationship Id="rId2" Type="http://schemas.openxmlformats.org/officeDocument/2006/relationships/image" Target="../media/image3.wmf" /></ns0:Relationships>
</file>

<file path=ppt/slides/_rels/slide4.xml.rels><ns0:Relationships xmlns:ns0="http://schemas.openxmlformats.org/package/2006/relationships"><ns0:Relationship Id="rId1" Type="http://schemas.openxmlformats.org/officeDocument/2006/relationships/slideLayout" Target="../slideLayouts/slideLayout6.xml" /><ns0:Relationship Id="rId2" Type="http://schemas.openxmlformats.org/officeDocument/2006/relationships/image" Target="../media/image4.wmf" /></ns0:Relationships>
</file>

<file path=ppt/slides/_rels/slide5.xml.rels><ns0:Relationships xmlns:ns0="http://schemas.openxmlformats.org/package/2006/relationships"><ns0:Relationship Id="rId1" Type="http://schemas.openxmlformats.org/officeDocument/2006/relationships/slideLayout" Target="../slideLayouts/slideLayout6.xml" /><ns0:Relationship Id="rId2" Type="http://schemas.openxmlformats.org/officeDocument/2006/relationships/image" Target="../media/image5.wmf" /></ns0:Relationships>
</file>

<file path=ppt/slides/_rels/slide6.xml.rels><ns0:Relationships xmlns:ns0="http://schemas.openxmlformats.org/package/2006/relationships"><ns0:Relationship Id="rId1" Type="http://schemas.openxmlformats.org/officeDocument/2006/relationships/slideLayout" Target="../slideLayouts/slideLayout6.xml" /><ns0:Relationship Id="rId2" Type="http://schemas.openxmlformats.org/officeDocument/2006/relationships/image" Target="../media/image6.wmf" /></ns0:Relationships>
</file>

<file path=ppt/slides/_rels/slide7.xml.rels><ns0:Relationships xmlns:ns0="http://schemas.openxmlformats.org/package/2006/relationships"><ns0:Relationship Id="rId1" Type="http://schemas.openxmlformats.org/officeDocument/2006/relationships/slideLayout" Target="../slideLayouts/slideLayout6.xml" /><ns0:Relationship Id="rId2" Type="http://schemas.openxmlformats.org/officeDocument/2006/relationships/image" Target="../media/image7.wmf" /></ns0:Relationships>
</file>

<file path=ppt/slides/_rels/slide8.xml.rels><ns0:Relationships xmlns:ns0="http://schemas.openxmlformats.org/package/2006/relationships"><ns0:Relationship Id="rId1" Type="http://schemas.openxmlformats.org/officeDocument/2006/relationships/slideLayout" Target="../slideLayouts/slideLayout6.xml" /><ns0:Relationship Id="rId2" Type="http://schemas.openxmlformats.org/officeDocument/2006/relationships/image" Target="../media/image8.wmf" /></ns0:Relationships>
</file>

<file path=ppt/slides/_rels/slide9.xml.rels>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10.xml.rels>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11.xml.rels>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12.xml.rels>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13.xml.rels>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14.xml.rels>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15.xml.rels>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_rels/slide16.xml.rels><ns0:Relationships xmlns:ns0="http://schemas.openxmlformats.org/package/2006/relationships"><ns0:Relationship Id="rId1" Type="http://schemas.openxmlformats.org/officeDocument/2006/relationships/slideLayout" Target="../slideLayouts/slideLayout6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1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2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39011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``All warfare is based on deception.''</a:t>
            </a:r>
          </a:p>
          <a:p>
            <a:pPr>
              <a:defRPr sz="1800"/>
            </a:pPr>
            <a:r>
              <a:t>``He will win who knows when to fight and when not to fight.''</a:t>
            </a:r>
          </a:p>
          <a:p>
            <a:pPr>
              <a:defRPr sz="1800"/>
            </a:pPr>
            <a:r>
              <a:t>``The greatest victory is that which requires no battle.'' --- Sun Tzu, The Art of War.</a:t>
            </a:r>
          </a:p>
        </p:txBody>
      </p:sp>
      <p:pic>
        <p:nvPicPr>
          <p:cNvPr id="4" name="Picture 3" descr="fig_3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17110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4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8055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5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115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6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904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7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6973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8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607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Real-world deployment in operational environments</a:t>
            </a:r>
          </a:p>
          <a:p>
            <a:pPr>
              <a:defRPr sz="1800"/>
            </a:pPr>
            <a:r>
              <a:t>Adversarial co-evolution with learning attackers (self-play)</a:t>
            </a:r>
          </a:p>
          <a:p>
            <a:pPr>
              <a:defRPr sz="1800"/>
            </a:pPr>
            <a:r>
              <a:t>Multi-defender coordination across distributed networks</a:t>
            </a:r>
          </a:p>
          <a:p>
            <a:pPr>
              <a:defRPr sz="1800"/>
            </a:pPr>
            <a:r>
              <a:t>Integration with existing security infrastructure (SIEM, EDR)</a:t>
            </a:r>
          </a:p>
          <a:p>
            <a:pPr>
              <a:defRPr sz="1800"/>
            </a:pPr>
            <a:r>
              <a:t>Explainable AI for analyst understanding and trust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