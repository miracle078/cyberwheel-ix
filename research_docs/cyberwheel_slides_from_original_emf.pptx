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\textbf{\textcolor{cwAlert}{Problem}}: Static cyber defenses fail against adaptive adversaries</a:t>
            </a:r>
          </a:p>
          <a:p>
            <a:pPr/>
            <a:r>
              <a:t>\textbf{\textcolor{cwFlow}{Approach}}: Multi-agent reinforcement learning for adaptive deception</a:t>
            </a:r>
          </a:p>
          <a:p>
            <a:pPr/>
            <a:r>
              <a:t>\textbf{\textcolor{cwDecoy}{Solution}}: PPO-based agent learning optimal honeypot placement</a:t>
            </a:r>
          </a:p>
          <a:p>
            <a:pPr/>
            <a:r>
              <a:t>\textbf{\textcolor{ImperialBlue}{Result}}: \textbf{89\% performance improvement} over baselines</a:t>
            </a:r>
          </a:p>
        </p:txBody>
      </p:sp>
      <p:pic>
        <p:nvPicPr>
          <p:cNvPr id="5" name="Picture 4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``All warfare is based on deception.''</a:t>
            </a:r>
          </a:p>
          <a:p>
            <a:pPr/>
            <a:r>
              <a:t>``He will win who knows when to fight and when not to fight.''</a:t>
            </a:r>
          </a:p>
          <a:p>
            <a:pPr/>
            <a:r>
              <a:t>``The greatest victory is that which requires no battle.'' --- Sun Tzu, The Art of War.</a:t>
            </a:r>
          </a:p>
        </p:txBody>
      </p:sp>
      <p:pic>
        <p:nvPicPr>
          <p:cNvPr id="5" name="Picture 4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\textbf{Alert Fatigue}: 4,000+ daily alerts, 67\% ignored</a:t>
            </a:r>
          </a:p>
          <a:p>
            <a:pPr/>
            <a:r>
              <a:t>\textbf{Asymmetric Warfare}: Attackers need one success</a:t>
            </a:r>
          </a:p>
          <a:p>
            <a:pPr/>
            <a:r>
              <a:t>\textbf{Static Defenses}: Predictable patterns exploited</a:t>
            </a:r>
          </a:p>
          <a:p>
            <a:pPr/>
            <a:r>
              <a:t>\textbf{Base-Rate Fallacy}: Real threats missed</a:t>
            </a:r>
          </a:p>
        </p:txBody>
      </p:sp>
      <p:pic>
        <p:nvPicPr>
          <p:cNvPr id="5" name="Picture 4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\textbf{172-dimensional observation space}: Alert history + network state + metadata</a:t>
            </a:r>
          </a:p>
          <a:p>
            <a:pPr/>
            <a:r>
              <a:t>\textbf{Actor-critic framework}: Stable policy optimization with value function guidance</a:t>
            </a:r>
          </a:p>
          <a:p>
            <a:pPr/>
            <a:r>
              <a:t>\textbf{Strategic reward feedback}: Learn optimal deception placement through experience</a:t>
            </a:r>
          </a:p>
        </p:txBody>
      </p:sp>
      <p:pic>
        <p:nvPicPr>
          <p:cNvPr id="5" name="Picture 4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\textbf{\textcolor{cwAlert}{89\% improvement}} over static baseline</a:t>
            </a:r>
          </a:p>
          <a:p>
            <a:pPr/>
            <a:r>
              <a:t>\textbf{73.2\% deception success} rate (vs 45.1\% static)</a:t>
            </a:r>
          </a:p>
          <a:p>
            <a:pPr/>
            <a:r>
              <a:t>\textbf{82.4\% asset protection} rate (vs 61.7\% static)</a:t>
            </a:r>
          </a:p>
          <a:p>
            <a:pPr/>
            <a:r>
              <a:t>\textbf{2.3 timestep} detection latency (vs 4.1 static)</a:t>
            </a:r>
          </a:p>
          <a:p>
            <a:pPr/>
            <a:r>
              <a:t>\textbf{92.3\% correlation} with MITRE ATT\&amp;CK patterns</a:t>
            </a:r>
          </a:p>
          <a:p>
            <a:pPr/>
            <a:r>
              <a:t>\textbf{84.8\% defense success} against real attacks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\textbf{Balanced Strategy}: 20.4\% deploy, 19.2\% remove, 60.4\% wait</a:t>
            </a:r>
          </a:p>
          <a:p>
            <a:pPr/>
            <a:r>
              <a:t>\textbf{Learned Restraint}: Avoids over-deployment traps</a:t>
            </a:r>
          </a:p>
          <a:p>
            <a:pPr/>
            <a:r>
              <a:t>\textbf{Superior Consistency}: $\sigma = 37.37$ vs baseline variance</a:t>
            </a:r>
          </a:p>
          <a:p>
            <a:pPr/>
            <a:r>
              <a:t>\textbf{Adaptive Timing}: Strategic waiting periods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\textbf{Consistent Performance}: 298-325 reward range</a:t>
            </a:r>
          </a:p>
          <a:p>
            <a:pPr/>
            <a:r>
              <a:t>\textbf{Sub-quadratic scaling}: O(n log n) complexity</a:t>
            </a:r>
          </a:p>
          <a:p>
            <a:pPr/>
            <a:r>
              <a:t>\textbf{Linear memory usage}: Practical for enterprise</a:t>
            </a:r>
          </a:p>
          <a:p>
            <a:pPr/>
            <a:r>
              <a:t>\textbf{Strategic consistency}: Behaviors stable across scales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\textbf{295 attack techniques} implemented</a:t>
            </a:r>
          </a:p>
          <a:p>
            <a:pPr/>
            <a:r>
              <a:t>\textbf{92.3\% behavioral correlation} with real patterns</a:t>
            </a:r>
          </a:p>
          <a:p>
            <a:pPr/>
            <a:r>
              <a:t>\textbf{Complete kill chain} coverage (4 phases)</a:t>
            </a:r>
          </a:p>
          <a:p>
            <a:pPr/>
            <a:r>
              <a:t>\textbf{Atomic Red Team}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\textbf{Multi-Agent Setup}: Learning blue vs fixed red (295 techniques)</a:t>
            </a:r>
          </a:p>
          <a:p>
            <a:pPr/>
            <a:r>
              <a:t>\textbf{Networks}: 15-200 hosts, realistic enterprise topologies</a:t>
            </a:r>
          </a:p>
          <a:p>
            <a:pPr/>
            <a:r>
              <a:t>\textbf{Training}: 10M timesteps, 5 random seeds</a:t>
            </a:r>
          </a:p>
          <a:p>
            <a:pPr/>
            <a:r>
              <a:t>\textbf{Baselines}: Static, Rule-based, Random, Inactive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Real-world deployment in operational environments</a:t>
            </a:r>
          </a:p>
          <a:p>
            <a:pPr/>
            <a:r>
              <a:t>Adversarial co-evolution with learning attackers (self-play)</a:t>
            </a:r>
          </a:p>
          <a:p>
            <a:pPr/>
            <a:r>
              <a:t>Multi-defender coordination across distributed networks</a:t>
            </a:r>
          </a:p>
          <a:p>
            <a:pPr/>
            <a:r>
              <a:t>Integration with existing security infrastructure (SIEM, EDR)</a:t>
            </a:r>
          </a:p>
          <a:p>
            <a:pPr/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