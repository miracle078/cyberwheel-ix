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wmf" ContentType="image/x-wmf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Override PartName="/ppt/media/image1.emf" ContentType="image/x-emf"/>
  <ns0:Override PartName="/ppt/media/image2.emf" ContentType="image/x-emf"/>
  <ns0:Override PartName="/ppt/media/image3.emf" ContentType="image/x-emf"/>
  <ns0:Override PartName="/ppt/media/image4.emf" ContentType="image/x-emf"/>
  <ns0:Override PartName="/ppt/media/image5.emf" ContentType="image/x-emf"/>
  <ns0:Override PartName="/ppt/media/image6.emf" ContentType="image/x-emf"/>
  <ns0:Override PartName="/ppt/media/image7.emf" ContentType="image/x-emf"/>
  <ns0:Override PartName="/ppt/media/image8.emf" ContentType="image/x-emf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wm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wm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w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4.wm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wm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wm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wm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8.wm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1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2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39011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``All warfare is based on deception.''</a:t>
            </a:r>
          </a:p>
          <a:p>
            <a:pPr>
              <a:defRPr sz="1800"/>
            </a:pPr>
            <a:r>
              <a:t>``He will win who knows when to fight and when not to fight.''</a:t>
            </a:r>
          </a:p>
          <a:p>
            <a:pPr>
              <a:defRPr sz="1800"/>
            </a:pPr>
            <a:r>
              <a:t>``The greatest victory is that which requires no battle.'' --- Sun Tzu, The Art of War.</a:t>
            </a:r>
          </a:p>
        </p:txBody>
      </p:sp>
      <p:pic>
        <p:nvPicPr>
          <p:cNvPr id="4" name="Picture 3" descr="fig_3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17110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4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80553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5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115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90467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fig_7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973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  <p:pic>
        <p:nvPicPr>
          <p:cNvPr id="4" name="Picture 3" descr="fig_8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05840"/>
            <a:ext cx="4389120" cy="260734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  <a:p>
            <a:pPr>
              <a:defRPr sz="1800"/>
            </a:p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384048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Real-world deployment in operational environments</a:t>
            </a:r>
          </a:p>
          <a:p>
            <a:pPr>
              <a:defRPr sz="1800"/>
            </a:pPr>
            <a:r>
              <a:t>Adversarial co-evolution with learning attackers (self-play)</a:t>
            </a:r>
          </a:p>
          <a:p>
            <a:pPr>
              <a:defRPr sz="1800"/>
            </a:pPr>
            <a:r>
              <a:t>Multi-defender coordination across distributed networks</a:t>
            </a:r>
          </a:p>
          <a:p>
            <a:pPr>
              <a:defRPr sz="1800"/>
            </a:pPr>
            <a:r>
              <a:t>Integration with existing security infrastructure (SIEM, EDR)</a:t>
            </a:r>
          </a:p>
          <a:p>
            <a:pPr>
              <a:defRPr sz="1800"/>
            </a:pPr>
            <a:r>
              <a:t>Explainable AI for analyst understanding and trust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