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``All warfare is based on deception.''</a:t>
            </a:r>
          </a:p>
          <a:p>
            <a:pPr>
              <a:defRPr sz="1800"/>
            </a:pPr>
            <a:r>
              <a:t>``He will win who knows when to fight and when not to fight.''</a:t>
            </a:r>
          </a:p>
          <a:p>
            <a:pPr>
              <a:defRPr sz="1800"/>
            </a:pPr>
            <a:r>
              <a:t>``The greatest victory is that which requires no battle.'' --- Sun Tzu, The Art of War.</a:t>
            </a:r>
          </a:p>
        </p:txBody>
      </p:sp>
      <p:pic>
        <p:nvPicPr>
          <p:cNvPr id="4" name="Picture 3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Real-world deployment in operational environments</a:t>
            </a:r>
          </a:p>
          <a:p>
            <a:pPr>
              <a:defRPr sz="1800"/>
            </a:pPr>
            <a:r>
              <a:t>Adversarial co-evolution with learning attackers (self-play)</a:t>
            </a:r>
          </a:p>
          <a:p>
            <a:pPr>
              <a:defRPr sz="1800"/>
            </a:pPr>
            <a:r>
              <a:t>Multi-defender coordination across distributed networks</a:t>
            </a:r>
          </a:p>
          <a:p>
            <a:pPr>
              <a:defRPr sz="1800"/>
            </a:pPr>
            <a:r>
              <a:t>Integration with existing security infrastructure (SIEM, EDR)</a:t>
            </a:r>
          </a:p>
          <a:p>
            <a:pPr>
              <a:defRPr sz="18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