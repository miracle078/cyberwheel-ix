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Research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\textcolor{cwAlert{Problem}}: Static cyber defenses fail against adaptive adversaries</a:t>
            </a:r>
          </a:p>
          <a:p>
            <a:pPr>
              <a:defRPr sz="1400"/>
            </a:pPr>
            <a:r>
              <a:t>\textcolor{cwDecoy{Solution}}: PPO-based agent learning optimal honeypot placement</a:t>
            </a:r>
          </a:p>
        </p:txBody>
      </p:sp>
      <p:pic>
        <p:nvPicPr>
          <p:cNvPr id="4" name="Picture 3" descr="fi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Ancient War Strategy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``All warfare is based on deception.''</a:t>
            </a:r>
          </a:p>
          <a:p>
            <a:pPr>
              <a:defRPr sz="1400"/>
            </a:pPr>
            <a:r>
              <a:t>``The greatest victory is that which requires no battle.'' --- Sun Tzu, The Art of War.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Key Terms \&amp; Concepts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The Cybersecurity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Alert Fatigue: 4,000+ daily alerts, 67\% ignored</a:t>
            </a:r>
          </a:p>
          <a:p>
            <a:pPr>
              <a:defRPr sz="1400"/>
            </a:pPr>
            <a:r>
              <a:t>Static Defenses: Predictable patterns exploited</a:t>
            </a:r>
          </a:p>
        </p:txBody>
      </p:sp>
      <p:pic>
        <p:nvPicPr>
          <p:cNvPr id="4" name="Picture 3" descr="fi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365760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Evolution of Cyber Defense</a:t>
            </a:r>
          </a:p>
        </p:txBody>
      </p:sp>
      <p:pic>
        <p:nvPicPr>
          <p:cNvPr id="3" name="Picture 2" descr="fi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229600" cy="3189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Network and Agent Environment Overview</a:t>
            </a:r>
          </a:p>
        </p:txBody>
      </p:sp>
      <p:pic>
        <p:nvPicPr>
          <p:cNvPr id="3" name="Picture 2" descr="fi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229600" cy="52772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PPO Training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172-dimensional observation space: Alert history + network state + metadata</a:t>
            </a:r>
          </a:p>
          <a:p>
            <a:pPr>
              <a:defRPr sz="1400"/>
            </a:pPr>
            <a:r>
              <a:t>Strategic reward feedback: Learn optimal deception placement through experience</a:t>
            </a:r>
          </a:p>
        </p:txBody>
      </p:sp>
      <p:pic>
        <p:nvPicPr>
          <p:cNvPr id="4" name="Picture 3" descr="fi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3657600" cy="17545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RL Foundations (PPO — concise)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Key Results: 89\% Performance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\textcolor{cwAlert{89\% improvement}} over static baseline</a:t>
            </a:r>
          </a:p>
          <a:p>
            <a:pPr>
              <a:defRPr sz="1400"/>
            </a:pPr>
            <a:r>
              <a:t>82.4\% asset protection rate (vs 61.7\% static)</a:t>
            </a:r>
          </a:p>
          <a:p>
            <a:pPr>
              <a:defRPr sz="1400"/>
            </a:pPr>
            <a:r>
              <a:t>92.3\% correlation with MITRE ATT\&amp;CK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Learned Strategic Behaviors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Balanced Strategy: 20.4\% deploy, 19.2\% remove, 60.4\% wait</a:t>
            </a:r>
          </a:p>
          <a:p>
            <a:pPr>
              <a:defRPr sz="1400"/>
            </a:pPr>
            <a:r>
              <a:t>Superior Consistency: $\sigma = 37.37$ vs baseline variance</a:t>
            </a:r>
          </a:p>
        </p:txBody>
      </p:sp>
      <p:pic>
        <p:nvPicPr>
          <p:cNvPr id="4" name="Picture 3" descr="fi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3657600" cy="23984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Scalability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Consistent Performance: 298-325 reward range</a:t>
            </a:r>
          </a:p>
          <a:p>
            <a:pPr>
              <a:defRPr sz="1400"/>
            </a:pPr>
            <a:r>
              <a:t>Linear memory usage: Practical for enterprise</a:t>
            </a:r>
          </a:p>
        </p:txBody>
      </p:sp>
      <p:pic>
        <p:nvPicPr>
          <p:cNvPr id="4" name="Picture 3" descr="fi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3657600" cy="22580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Real-World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295 attack techniques implemented</a:t>
            </a:r>
          </a:p>
          <a:p>
            <a:pPr>
              <a:defRPr sz="1400"/>
            </a:pPr>
            <a:r>
              <a:t>Complete kill chain coverage (4 phases)</a:t>
            </a:r>
          </a:p>
        </p:txBody>
      </p:sp>
      <p:pic>
        <p:nvPicPr>
          <p:cNvPr id="4" name="Picture 3" descr="fi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3657600" cy="21870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Multi-Agent Setup: Learning blue vs fixed red (295 techniques)</a:t>
            </a:r>
          </a:p>
          <a:p>
            <a:pPr>
              <a:defRPr sz="1400"/>
            </a:pPr>
            <a:r>
              <a:t>Training: 10M timesteps, 5 random seeds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Future Directions \&amp;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Real-world deployment in operational environments</a:t>
            </a:r>
          </a:p>
          <a:p>
            <a:pPr>
              <a:defRPr sz="1400"/>
            </a:pPr>
            <a:r>
              <a:t>Multi-defender coordination across distributed networks</a:t>
            </a:r>
          </a:p>
          <a:p>
            <a:pPr>
              <a:defRPr sz="1400"/>
            </a:pPr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Conclusions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